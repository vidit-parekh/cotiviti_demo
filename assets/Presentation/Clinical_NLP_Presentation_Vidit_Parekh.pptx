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yourself. Briefly state the topic: Clinical NLP technology and its strategic relevance to Cotiviti.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agenda item briefly. This talk covers the full clinical NLP landscape and ends with a live code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evolution from brittle rule-based systems to flexible LLMs. Emphasize that modern clinical NLT is multimodal, not just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speed of change. These are not future predictions, they are products shipping today. Nuance Dragon Ambient is already deployed in hundreds of health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hallucination threat is the most critical. Any clinical NLP deployment needs a human-in-the-loop safeguard layer. This is an area where Cotiviti can lead with responsible AI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1 directly extends Cotiviti's payment integrity business. Option 3 is the long-term platform play that builds the trust layer for all future AI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now. Run: python clinical_nlp_poc.py. Walk through the sample discharge summary, then show the structured JSON output. Highlight the ICD-10 and CPT codes extracted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takeaways back to Cotiviti's core business in payment integrity and health care analytics.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 INTERN ASSESSMENT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Natural Language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for Health Care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Past, Present, and Future Approaches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192024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4069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F4E79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0690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Vidit Parekh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Cincinnati  |  M.Eng. Computer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7840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Clinical NLT?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2161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technology landscape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66420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709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Trends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97280" y="2011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multimodal AI, OCR at scale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2459736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9464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5054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Opportunities and Threats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97280" y="28072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forces and risk factors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325526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64992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300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97280" y="36027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for Cotiviti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65760" y="4050792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605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Live POC Demo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097280" y="43982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LLM-powered clinical entity extraction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CLINICAL NLT?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methods to extract, interpret, and generate meaning from unstructured clinical text and multimodal health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506E8A"/>
          </a:solidFill>
          <a:ln w="12700">
            <a:solidFill>
              <a:srgbClr val="506E8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NLP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MedLEE, SNOMED-CT grammars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CRF, SVM, n-gram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BiLSTM-CRF, BioBERT, ClinicalBERT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19385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+ LMMs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24231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Med-PaLM 2, Med-Gemini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Modalities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D6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85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LLM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notes, discharge summaries, patient messages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14600" y="374904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D6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785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records, faxed prior auths, handwritten prescriptions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74904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D6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785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Radiology, pathology, dermatology imaging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12280" y="374904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D6E8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37856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4114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text + image reasoning for multimodal clinical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TRENDS IN CLINICAL NLT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2412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and Ambient Scribing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1298448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like Med-PaLM 2 and Meditron reach physician-level performance on USMLE. Tools from Nuance and Abridge transcribe patient conversations in real time, cutting documentation burden by up to 50%.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2176272"/>
            <a:ext cx="8412480" cy="0"/>
          </a:xfrm>
          <a:prstGeom prst="line">
            <a:avLst/>
          </a:prstGeom>
          <a:noFill/>
          <a:ln w="12700">
            <a:solidFill>
              <a:srgbClr val="2A4A5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14016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042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Models (LMMs)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2688336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Med-Gemini and BioViL-T jointly reason over radiology images and clinical text. Automated chest X-ray report generation now approaches radiologist-level accuracy on benchmark datasets.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65760" y="3566160"/>
            <a:ext cx="8412480" cy="0"/>
          </a:xfrm>
          <a:prstGeom prst="line">
            <a:avLst/>
          </a:prstGeom>
          <a:noFill/>
          <a:ln w="12700">
            <a:solidFill>
              <a:srgbClr val="2A4A5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03904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69417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and Legacy Digitization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97280" y="4078224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Document AI and AWS Textract extract structured data from scanned prior authorizations, EOB documents, and paper records, unlocking previously inaccessible clinical data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AND THREATS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E8F5EE"/>
          </a:solidFill>
          <a:ln w="12700">
            <a:solidFill>
              <a:srgbClr val="A8D8B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261872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documentation automation market reaching $6.2B by 2028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" y="2121408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E8F5EE"/>
          </a:solidFill>
          <a:ln w="12700">
            <a:solidFill>
              <a:srgbClr val="A8D8B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28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14884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coding assistance reduces claim denial rates and ICD-10 errors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65760" y="3008376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E8F5EE"/>
          </a:solidFill>
          <a:ln w="12700">
            <a:solidFill>
              <a:srgbClr val="A8D8B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98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03580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pipelines accelerate prior authorization review workflows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65760" y="3895344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E8F5EE"/>
          </a:solidFill>
          <a:ln w="12700">
            <a:solidFill>
              <a:srgbClr val="A8D8B9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8678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922776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LMM-based radiology AI scales diagnostic second-read capabilities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754880" y="1234440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DECEA"/>
          </a:solidFill>
          <a:ln w="12700">
            <a:solidFill>
              <a:srgbClr val="F4B8B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32588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1261872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hallucinations in clinical contexts pose patient safety risks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754880" y="2121408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DECEA"/>
          </a:solidFill>
          <a:ln w="12700">
            <a:solidFill>
              <a:srgbClr val="F4B8B3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212848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03520" y="214884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and AI governance rules impose strict PHI compliance burdens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754880" y="3008376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DECEA"/>
          </a:solidFill>
          <a:ln w="12700">
            <a:solidFill>
              <a:srgbClr val="F4B8B3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099816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3035808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bias can worsen health disparities in payment adjudication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4754880" y="3895344"/>
            <a:ext cx="4023360" cy="777240"/>
          </a:xfrm>
          <a:prstGeom prst="roundRect">
            <a:avLst>
              <a:gd name="adj" fmla="val 8235"/>
            </a:avLst>
          </a:prstGeom>
          <a:solidFill>
            <a:srgbClr val="FDECEA"/>
          </a:solidFill>
          <a:ln w="12700">
            <a:solidFill>
              <a:srgbClr val="F4B8B3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86784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303520" y="3922776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compute costs limit real-time, point-of-care LLM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 FOR COTIVITI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533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896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Medical Coding Auditor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086600" y="91440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D0F0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932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12801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LLM with RAG over coding guidelines to validate ICD-10 and CPT assignments from clinical notes. Reduces coding errors and supports payment integrity with an AI-native audit layer.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19456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432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Prior Authorization Intelligence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086600" y="2304288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FDF3DC"/>
          </a:solidFill>
          <a:ln w="12700">
            <a:solidFill>
              <a:srgbClr val="B780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86600" y="2322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8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51560" y="2670048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NLP + LLM pipeline to extract, classify, and adjudicate prior auth requests from PDFs, faxes, and EHR documents. Automating 40% of reviews could save tens of millions annually.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5760" y="3584448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5720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13308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675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Hallucination-Mitigated Clinical NLP Platform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086600" y="3694176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D8F0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086600" y="3712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51560" y="4059936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Compliance-grade NLP infrastructure with confidence calibration and human-in-the-loop escalation. Positions Cotiviti as the trusted, auditable AI layer across payer-provider workflows.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LLM-Powered Clinical Entity Extractor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904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4538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7830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clinical note (discharge summary, SOAP note, op report)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039112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946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532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NLP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05840" y="28620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 (Groq free API or Ollama) extracts entities via structured prompting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31181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48456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05840" y="39410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with diagnoses (ICD-10), medications, procedures (CPT)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132588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0A1929"/>
          </a:solidFill>
          <a:ln w="12700">
            <a:solidFill>
              <a:srgbClr val="2A4A5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754880" y="1389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clinical_nlp_poc.py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1719072"/>
            <a:ext cx="4114800" cy="0"/>
          </a:xfrm>
          <a:prstGeom prst="line">
            <a:avLst/>
          </a:prstGeom>
          <a:noFill/>
          <a:ln w="12700">
            <a:solidFill>
              <a:srgbClr val="2A4A5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54880" y="1764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Groq()  # or Ollama fallback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54880" y="19842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754880" y="22037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754880" y="2423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model="deepseek-r1-distill-llama-70b",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754880" y="2642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system=CLINICAL_NER_PROMPT,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754880" y="2862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messages=[{"role": "user",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754880" y="3081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clinical_note}]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754880" y="3300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754880" y="3520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754880" y="37398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 = json.loads(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754880" y="3959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response.content[0].text)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754880" y="4178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754880" y="43982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6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Returns: diagnoses, medications,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754880" y="4617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6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procedures with ICD-10 + CPT codes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clinical_nlp_poc.py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15568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NLT has evolved from brittle rule-based parsers to frontier LMMs capable of multimodal clinical reasoning.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483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01168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OCR pipelines, and computer vision are actively reshaping documentation, coding, prior authorization, and diagnostics.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80944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907792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risk, HIPAA compliance, and algorithmic bias are the critical threats requiring governance investment.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77056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803904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Cotiviti's strongest strategic bets: AI coding auditor, multimodal prior auth intelligence, and a responsible clinical NLP platform.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 |   Vidit Parekh   |   University of Cincinnati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NLP Technology for Health Care</dc:title>
  <dc:subject>PptxGenJS Presentation</dc:subject>
  <dc:creator>Vidit Parekh</dc:creator>
  <cp:lastModifiedBy>Vidit Parekh</cp:lastModifiedBy>
  <cp:revision>1</cp:revision>
  <dcterms:created xsi:type="dcterms:W3CDTF">2026-06-26T18:41:59Z</dcterms:created>
  <dcterms:modified xsi:type="dcterms:W3CDTF">2026-06-26T18:41:59Z</dcterms:modified>
</cp:coreProperties>
</file>